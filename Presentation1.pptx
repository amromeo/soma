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0E605-C736-6C59-54C9-4F89DDC44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12498-0109-1F6D-8DB9-880E00D1A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D1444-E85C-1D76-B757-EC5CDEF7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4E121-7921-0264-B62F-6A22FF5B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3E6F9-B633-14FC-9AD5-A793BC59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64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BA1D-EB49-00C2-1420-F1910BE9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33FE-91EB-D049-16CE-FA595955C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D7342-DDC9-520C-9575-305F5EB39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F1B22-1DD4-84AD-B8A5-D5E069155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F2A0E-4932-62FB-0289-BCC292DB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4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B606-6141-32BC-1AD2-26DF0EDF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FB45A-B79A-7099-76C6-AA9110980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57478-B7D1-96B0-DA5D-1FAD2FAB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5B903-3D0A-F951-8669-70420AA8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33B95-2357-A2D4-B06E-52D50DBC9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6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9933-627B-7A61-736B-5C506EAD5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834C2-4611-9ABD-4F6A-9D66EC31BB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9CE1D-E6B9-98AD-18C4-1B89D0C914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BB8B4-C08E-E33D-46FF-16561EE5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EDB2A-3D2D-5B4F-BB03-9260ECB55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D4816-241E-6A83-E48F-EA4B96A9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7D8AB-1305-DB74-FFED-52FCCB160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A1C87-077A-45FD-B87E-53773A78C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225C1-5619-B954-3DDF-69AC3AA818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462187-2F91-2CFF-A953-C66EA5082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E2050B-3D29-5E0B-A062-B6A4069B2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692337-B640-3632-5A44-B6DBB7BBB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CF84BE-B39C-37F8-F97D-A58406A7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F3B92B-CC2B-C183-6EDE-A98E2C4F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596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DB3F2-ABD5-A23C-CC54-BBF9E3D36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902DE2-DC4A-18B4-E396-6259DB41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D73DF-7E33-98DF-68F3-5E1D16DB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8E63F3-89CD-EDEC-81EF-3B1A5EE2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77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92B34-4928-8D0B-40F4-9EC95DD42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463055-8C26-2A12-6E31-8D0D8DCE1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1FB7-CAB1-2285-17F6-1EEB00EC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7869-0A7A-6C78-E4C1-596EBA4A6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E03CA-4042-D138-AAA4-26FF5B21E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80E5A-DE49-1CC8-ACA6-CB8848142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C83174-C1EF-4821-7058-6C3D5B651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42E94-6474-58DE-F0FD-FDCAD2AC9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B9814-02D8-17A7-6CC3-124BB5A0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74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30F0F-7FE3-E58C-984A-91E008E6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4C01B-5516-2621-A4E3-2BC810ADA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57877E-B5DC-57C0-C1F1-9FF3A8BAD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2CDD8-15D7-0E52-8771-A7FE475E1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3FC96-A11D-1E8A-F597-AD2780068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20FF6-4A7C-9D0B-946B-7688D8BA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7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1B4A-6290-D14E-6D99-0DFE99CF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43F17B-4559-666B-E3DA-94A1406B9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1DAC9-D317-D744-2296-C4D48EFB1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66AB-A27E-0DA6-0B29-E0D9B8AF5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7A873-47DB-D03A-17B1-B5B45636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4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7452F0-169E-A385-2C4E-135E09A34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5F979-6A04-A931-F138-C0A1EBAFC9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D21EB-CE23-7E59-3C0B-087020441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C2417-A61B-0BC9-2A65-9B521F005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0126D-6C3B-A5AE-FEB0-9CAE7C0E7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9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BC7ECC-53DF-1905-14BA-43548E35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E34A0-F0DD-C392-F195-0A4AFCCFE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F85609-D15A-E66B-41F2-CF52C5B43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04F3AB-9161-4408-9199-2B2196AB3829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113CE-8B25-A43F-B927-F16417179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7833B-2AB1-41B5-2E3D-53C89CB3A0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871223-6D72-4C34-A571-663D02400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17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DC2D8-B42C-2F80-9F0E-D3734D96FF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CAE09-BCFE-A6A5-CB48-145DD2BCC6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DFCEC-F936-030D-A3CF-924639692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A7C18-53B8-97D1-6B98-4D1E13B41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9960B7-286D-D317-9286-3CD4AC00D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9361"/>
            <a:ext cx="12192000" cy="53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57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DB4A-C07C-91EF-FCB9-279D595EB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D45D9-3005-6958-B061-CB58B08C6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AE5857-7A33-12A5-3D2B-525840DDB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476"/>
            <a:ext cx="12192000" cy="402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82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F1950-C809-75D7-06F6-53E98FE18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2CC89-6E0C-B041-C88C-CA27DD59C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3C2C4A-1B53-3CB0-FF34-D52DC3834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1532"/>
            <a:ext cx="12192000" cy="399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347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EA20A-C960-0951-D745-B3A195F2C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6E05A-0D31-8520-8D5F-276243209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9E441-5529-E5FA-1721-596C295AA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860"/>
            <a:ext cx="12192000" cy="573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25FD-BBA8-81C7-A750-F9168B90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BE8EC-1F5B-DEAF-88A2-1660224EE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FA051-C2B5-C359-AEFE-E547147EB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6054"/>
            <a:ext cx="12192000" cy="37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01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 Mobst</dc:creator>
  <cp:lastModifiedBy>Amr Mobst</cp:lastModifiedBy>
  <cp:revision>1</cp:revision>
  <dcterms:created xsi:type="dcterms:W3CDTF">2026-03-25T00:34:24Z</dcterms:created>
  <dcterms:modified xsi:type="dcterms:W3CDTF">2026-03-25T00:39:52Z</dcterms:modified>
</cp:coreProperties>
</file>